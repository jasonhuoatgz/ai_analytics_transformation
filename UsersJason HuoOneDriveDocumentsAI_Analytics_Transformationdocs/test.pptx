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b18cd703274398" /><Relationship Type="http://schemas.openxmlformats.org/officeDocument/2006/relationships/extended-properties" Target="/docProps/app.xml" Id="R8dd8e801c1584294" /><Relationship Type="http://schemas.openxmlformats.org/officeDocument/2006/relationships/officeDocument" Target="/ppt/presentation.xml" Id="R964e4c77d8654a7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19acc1e2c24fee"/>
  </p:sldMasterIdLst>
  <p:notesMasterIdLst>
    <p:notesMasterId xmlns:r="http://schemas.openxmlformats.org/officeDocument/2006/relationships" r:id="R5cb2cf4b6acc4276"/>
  </p:notesMasterIdLst>
  <p:sldIdLst>
    <p:sldId xmlns:r="http://schemas.openxmlformats.org/officeDocument/2006/relationships" id="256" r:id="R4bf2ed34f9c64e7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ab6f7bd2ee469f" /><Relationship Type="http://schemas.openxmlformats.org/officeDocument/2006/relationships/slideMaster" Target="/ppt/slideMasters/slideMaster1.xml" Id="Rd919acc1e2c24fee" /><Relationship Type="http://schemas.openxmlformats.org/officeDocument/2006/relationships/notesMaster" Target="/ppt/notesMasters/notesMaster1.xml" Id="R5cb2cf4b6acc4276" /><Relationship Type="http://schemas.openxmlformats.org/officeDocument/2006/relationships/presProps" Target="/ppt/presProps.xml" Id="R2d48edb8eabc4611" /><Relationship Type="http://schemas.openxmlformats.org/officeDocument/2006/relationships/tableStyles" Target="/ppt/tableStyles.xml" Id="R2b4d7109545145bf" /><Relationship Type="http://schemas.openxmlformats.org/officeDocument/2006/relationships/slide" Target="/ppt/slides/slide1.xml" Id="R4bf2ed34f9c64e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4de6adc537403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ae39fc4e45476e" /><Relationship Type="http://schemas.openxmlformats.org/officeDocument/2006/relationships/notesMaster" Target="/ppt/notesMasters/notesMaster1.xml" Id="Rf6145c4b654b45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e4828d8cb64ea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65ba079b23d4539" /><Relationship Type="http://schemas.openxmlformats.org/officeDocument/2006/relationships/slideLayout" Target="/ppt/slideLayouts/slideLayout1.xml" Id="R6f4bb0e0d3dd4e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f4bb0e0d3dd4e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4890d8bd034fe6" /><Relationship Type="http://schemas.openxmlformats.org/officeDocument/2006/relationships/notesSlide" Target="/ppt/notesSlides/notesSlide1.xml" Id="R2c0412b227e2460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7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C61CEE-D507-4BE4-BE97-D2AEA57FA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TEST TITLE</a:t>
            </a:r>
          </a:p>
        </p:txBody>
      </p:sp>
    </p:spTree>
    <p:extLst>
      <p:ext uri="{BB962C8B-B14F-4D97-AF65-F5344CB8AC3E}">
        <p14:creationId xmlns:p14="http://schemas.microsoft.com/office/powerpoint/2010/main" val="7310215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2026-06-27T13:04:59.0760000Z</dcterms:created>
  <dcterms:modified xsi:type="dcterms:W3CDTF">2026-06-27T13:04:59.0760000Z</dcterms:modified>
</coreProperties>
</file>